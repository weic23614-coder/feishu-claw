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喜纯品牌分析报告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新中式滋补膏方品牌增长案例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4754880"/>
            <a:ext cx="731520" cy="73152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一、公司概况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公司主体：长沙喜纯电子商务有限公司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成立时间：2023年11月29日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注册资本：200万元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关联企业：喜纯（东阿）生物科技有限公司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品牌定位：新中式滋补膏方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943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852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行业地位：新中式滋补膏方全网销量第一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二、创始人与团队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核心创始人：李鹤（战略决策人）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背景：十年滋补行业经验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研发合作：国医大师王庆国团队（北京中医药大学）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生产资质：自有10万级GMP标准净化车间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三、核心产品 - 玉灵膏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配方来源：清代《随息居饮食谱》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主要成分：西洋参、龙眼肉（10:1配比）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主打功效：滋补气血、助眠调养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抖音旗舰店：销量超100万单，好评率96%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天猫累计：卖出30万单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943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852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产品定位：植物阿胶，温和不滋腻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四、产品矩阵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玉灵膏 - 滋补气血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伏湿膏 - 祛湿调理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姜枣膏 - 暖宫驱寒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茯苓薏仁膏 - 健脾祛湿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三花茶 - 养颜调理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五、市场表现数据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成立14个月GMV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5亿+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2024年全年GMV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2025年1-4月GMV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2.5亿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单月最高GMV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8226万（2025.2）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抖音排名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从4725位升至第12位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合作达人数量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最高2349人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六、关键里程碑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2023.11 - 公司成立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2024.02 - 进驻抖音平台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2024.03 - 首破月销300万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2024.07 - 抖音旗舰店破1352万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2024.12 - 抖音排名升至第12位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943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852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2025.02 - 历史峰值8226万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七、商业模式分析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古方+现代工艺：传承清代古方，GMP标准生产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功效定位：主打"功效"标签，切入年轻群体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流量打法：头部达人直播间（蜜蜂惊喜社）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平台合作：天猫健康"古方新食养"IP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品类策略：聚焦膏方单品，形成规模效应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 rot="2700000">
            <a:off x="8412480" y="4572000"/>
            <a:ext cx="548640" cy="5486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喜纯 - 新中式滋补膏方品牌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389120"/>
            <a:ext cx="2743200" cy="2743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</dc:title>
  <dc:subject>演示文稿</dc:subject>
  <dc:creator>OpenClaw</dc:creator>
  <cp:lastModifiedBy>OpenClaw</cp:lastModifiedBy>
  <cp:revision>1</cp:revision>
  <dcterms:created xsi:type="dcterms:W3CDTF">2026-04-02T12:42:51Z</dcterms:created>
  <dcterms:modified xsi:type="dcterms:W3CDTF">2026-04-02T12:42:51Z</dcterms:modified>
</cp:coreProperties>
</file>